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Workplace Safety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D6E4F7"/>
                </a:solidFill>
                <a:latin typeface="Segoe UI"/>
              </a:rPr>
              <a:t>using YOLOv8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832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Segoe UI"/>
              </a:rPr>
              <a:t>Real-time PPE monitoring: safety helmets and vests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6E4F7"/>
                </a:solidFill>
                <a:latin typeface="Segoe UI"/>
              </a:rPr>
              <a:t>College Project Presentation  |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Segoe UI"/>
              </a:rPr>
              <a:t>Presented by: 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The Problem &amp; Our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Workplace accidents happen: </a:t>
            </a:r>
            <a:r>
              <a:rPr sz="2100">
                <a:solidFill>
                  <a:srgbClr val="1F1F1F"/>
                </a:solidFill>
                <a:latin typeface="Segoe UI"/>
              </a:rPr>
              <a:t>many injuries occur because workers forget helmets or vests.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Manual checking does not scale: </a:t>
            </a:r>
            <a:r>
              <a:rPr sz="2100">
                <a:solidFill>
                  <a:srgbClr val="1F1F1F"/>
                </a:solidFill>
                <a:latin typeface="Segoe UI"/>
              </a:rPr>
              <a:t>a guard cannot watch every camera, every second.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Our objective: </a:t>
            </a:r>
            <a:r>
              <a:rPr sz="2100">
                <a:solidFill>
                  <a:srgbClr val="1F1F1F"/>
                </a:solidFill>
                <a:latin typeface="Segoe UI"/>
              </a:rPr>
              <a:t>build an AI camera assistant that detects helmets and vests in real time.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Why it matters: </a:t>
            </a:r>
            <a:r>
              <a:rPr sz="2100">
                <a:solidFill>
                  <a:srgbClr val="1F1F1F"/>
                </a:solidFill>
                <a:latin typeface="Segoe UI"/>
              </a:rPr>
              <a:t>early warnings mean fewer injuries at factories and construction sites.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Segoe UI"/>
              </a:rPr>
              <a:t>Think of it as a security guard that never blinks.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Dataset &amp; Model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Dataset: </a:t>
            </a:r>
            <a:r>
              <a:rPr sz="2100">
                <a:solidFill>
                  <a:srgbClr val="1F1F1F"/>
                </a:solidFill>
                <a:latin typeface="Segoe UI"/>
              </a:rPr>
              <a:t>"PPE Detection v3" — thousands of labeled workplace photos (helmet, vest, person, glasses, gloves, boots, ...).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Model: </a:t>
            </a:r>
            <a:r>
              <a:rPr sz="2100">
                <a:solidFill>
                  <a:srgbClr val="1F1F1F"/>
                </a:solidFill>
                <a:latin typeface="Segoe UI"/>
              </a:rPr>
              <a:t>YOLOv8 — trained for 10 epochs. Final brain of the project is saved as best.pt.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Focus classes in our app: </a:t>
            </a:r>
            <a:r>
              <a:rPr sz="2100">
                <a:solidFill>
                  <a:srgbClr val="1F1F1F"/>
                </a:solidFill>
                <a:latin typeface="Segoe UI"/>
              </a:rPr>
              <a:t>class 12 = head_helmet, class 16 = vest (we ignore the other 15 classes).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Model Performance (from README)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737360"/>
          <a:ext cx="94183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664"/>
                <a:gridCol w="1883664"/>
                <a:gridCol w="1883664"/>
                <a:gridCol w="1883664"/>
                <a:gridCol w="1883664"/>
              </a:tblGrid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</a:rPr>
                        <a:t>Class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</a:rPr>
                        <a:t>Precision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</a:rPr>
                        <a:t>Recall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</a:rPr>
                        <a:t>mAP50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</a:rPr>
                        <a:t>mAP50-95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>
                          <a:latin typeface="Segoe UI"/>
                        </a:rPr>
                        <a:t>Overall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Segoe UI"/>
                        </a:rP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Segoe UI"/>
                        </a:rPr>
                        <a:t>0.715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Segoe UI"/>
                        </a:rPr>
                        <a:t>0.735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Segoe UI"/>
                        </a:rPr>
                        <a:t>0.456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>
                          <a:latin typeface="Segoe UI"/>
                        </a:rPr>
                        <a:t>head_helmet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Segoe UI"/>
                        </a:rPr>
                        <a:t>0.784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Segoe UI"/>
                        </a:rPr>
                        <a:t>0.824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Segoe UI"/>
                        </a:rPr>
                        <a:t>0.866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Segoe UI"/>
                        </a:rPr>
                        <a:t>0.584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>
                          <a:latin typeface="Segoe UI"/>
                        </a:rPr>
                        <a:t>vest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Segoe UI"/>
                        </a:rPr>
                        <a:t>0.841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Segoe UI"/>
                        </a:rPr>
                        <a:t>0.897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Segoe UI"/>
                        </a:rPr>
                        <a:t>0.935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Segoe UI"/>
                        </a:rPr>
                        <a:t>0.705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95959"/>
                </a:solidFill>
                <a:latin typeface="Segoe UI"/>
              </a:rPr>
              <a:t>mAP50 = how accurate the boxes are. Vest detection reaches 93.5% — excellent for a demo.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How YOLOv8 Detection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YOLO = You Only Look Once: </a:t>
            </a:r>
            <a:r>
              <a:rPr sz="2100">
                <a:solidFill>
                  <a:srgbClr val="1F1F1F"/>
                </a:solidFill>
                <a:latin typeface="Segoe UI"/>
              </a:rPr>
              <a:t>the image is scanned a single time — no slow two-step process.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Step 1 - Divide: </a:t>
            </a:r>
            <a:r>
              <a:rPr sz="2100">
                <a:solidFill>
                  <a:srgbClr val="1F1F1F"/>
                </a:solidFill>
                <a:latin typeface="Segoe UI"/>
              </a:rPr>
              <a:t>the frame is split into a grid; each cell proposes boxes for objects it sees.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Step 2 - Predict: </a:t>
            </a:r>
            <a:r>
              <a:rPr sz="2100">
                <a:solidFill>
                  <a:srgbClr val="1F1F1F"/>
                </a:solidFill>
                <a:latin typeface="Segoe UI"/>
              </a:rPr>
              <a:t>for each box: object type (helmet? vest?), position, and confidence %.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Step 3 - Filter: </a:t>
            </a:r>
            <a:r>
              <a:rPr sz="2100">
                <a:solidFill>
                  <a:srgbClr val="1F1F1F"/>
                </a:solidFill>
                <a:latin typeface="Segoe UI"/>
              </a:rPr>
              <a:t>weak boxes are removed; only helmets (12) and vests (16) are kept.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Step 4 - Draw: </a:t>
            </a:r>
            <a:r>
              <a:rPr sz="2100">
                <a:solidFill>
                  <a:srgbClr val="1F1F1F"/>
                </a:solidFill>
                <a:latin typeface="Segoe UI"/>
              </a:rPr>
              <a:t>results[0].plot() draws colored boxes and labels on the picture.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Speed: </a:t>
            </a:r>
            <a:r>
              <a:rPr sz="2100">
                <a:solidFill>
                  <a:srgbClr val="1F1F1F"/>
                </a:solidFill>
                <a:latin typeface="Segoe UI"/>
              </a:rPr>
              <a:t>tens of frames per second - fast enough for live video.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Inputs: </a:t>
            </a:r>
            <a:r>
              <a:rPr sz="2100">
                <a:solidFill>
                  <a:srgbClr val="1F1F1F"/>
                </a:solidFill>
                <a:latin typeface="Segoe UI"/>
              </a:rPr>
              <a:t>live webcam, uploaded video file, or uploaded photo.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Backend (app.py): </a:t>
            </a:r>
            <a:r>
              <a:rPr sz="2100">
                <a:solidFill>
                  <a:srgbClr val="1F1F1F"/>
                </a:solidFill>
                <a:latin typeface="Segoe UI"/>
              </a:rPr>
              <a:t>FastAPI server loads best.pt once, then runs inference on every frame or image.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Vision (OpenCV): </a:t>
            </a:r>
            <a:r>
              <a:rPr sz="2100">
                <a:solidFill>
                  <a:srgbClr val="1F1F1F"/>
                </a:solidFill>
                <a:latin typeface="Segoe UI"/>
              </a:rPr>
              <a:t>reads frames, decodes images, converts results to JPEG for the browser.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Outputs: </a:t>
            </a:r>
            <a:r>
              <a:rPr sz="2100">
                <a:solidFill>
                  <a:srgbClr val="1F1F1F"/>
                </a:solidFill>
                <a:latin typeface="Segoe UI"/>
              </a:rPr>
              <a:t>annotated live video stream (MJPEG) for webcam/video, annotated JPEG photo for images.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120640"/>
            <a:ext cx="1828800" cy="777240"/>
          </a:xfrm>
          <a:prstGeom prst="round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F3864"/>
                </a:solidFill>
                <a:latin typeface="Segoe UI"/>
              </a:rPr>
              <a:t>Webcam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5120640"/>
            <a:ext cx="1828800" cy="777240"/>
          </a:xfrm>
          <a:prstGeom prst="round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F3864"/>
                </a:solidFill>
                <a:latin typeface="Segoe UI"/>
              </a:rPr>
              <a:t>Video 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5120640"/>
            <a:ext cx="1828800" cy="777240"/>
          </a:xfrm>
          <a:prstGeom prst="round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F3864"/>
                </a:solidFill>
                <a:latin typeface="Segoe UI"/>
              </a:rPr>
              <a:t>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3864"/>
                </a:solidFill>
                <a:latin typeface="Segoe UI"/>
              </a:rPr>
              <a:t>All inputs flow into:  FastAPI + best.pt (YOLOv8)  -&gt;  OpenCV draws boxes  -&gt;  browser shows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Features &amp; Web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Segoe UI"/>
              </a:rPr>
              <a:t>GET 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600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  <a:latin typeface="Segoe UI"/>
              </a:rPr>
              <a:t>Home page with the Start Monitoring button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Segoe UI"/>
              </a:rPr>
              <a:t>Webcam stream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377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  <a:latin typeface="Segoe UI"/>
              </a:rPr>
              <a:t>/video_feed/webcam - live annotated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Segoe UI"/>
              </a:rPr>
              <a:t>POST /upload_video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154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  <a:latin typeface="Segoe UI"/>
              </a:rPr>
              <a:t>Upload a video - returns a session_id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Segoe UI"/>
              </a:rPr>
              <a:t>Video 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931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  <a:latin typeface="Segoe UI"/>
              </a:rPr>
              <a:t>/video_feed/upload?session_id=... - annotated playback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5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Segoe UI"/>
              </a:rPr>
              <a:t>POST /upload_image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70915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  <a:latin typeface="Segoe UI"/>
              </a:rPr>
              <a:t>Upload a photo - returns annotated JPEG (NEW feature)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Segoe UI"/>
              </a:rPr>
              <a:t>Demo tip: image upload needs no session - it answers with one finished picture.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Results - Tested End to End</a:t>
            </a:r>
          </a:p>
        </p:txBody>
      </p:sp>
      <p:pic>
        <p:nvPicPr>
          <p:cNvPr id="4" name="Picture 3" descr="sanity_check_outp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394960" cy="4023360"/>
          </a:xfrm>
          <a:prstGeom prst="rect">
            <a:avLst/>
          </a:prstGeom>
        </p:spPr>
      </p:pic>
      <p:pic>
        <p:nvPicPr>
          <p:cNvPr id="5" name="Picture 4" descr="annotated_resul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53949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235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95959"/>
                </a:solidFill>
                <a:latin typeface="Segoe UI"/>
              </a:rPr>
              <a:t>Model + OpenCV pipeline: inference runs, boxes drawn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56235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95959"/>
                </a:solidFill>
                <a:latin typeface="Segoe UI"/>
              </a:rPr>
              <a:t>Photo uploaded via /upload_image: HTTP 200 + valid JPEG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7D32"/>
                </a:solidFill>
                <a:latin typeface="Segoe UI"/>
              </a:rPr>
              <a:t>All server checks passed: page 200, video upload 200, image upload 200, webcam stream live.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Real Challenges We Faced (and Fixed)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Slow downloads (~30 KB/s): </a:t>
            </a:r>
            <a:r>
              <a:rPr sz="2100">
                <a:solidFill>
                  <a:srgbClr val="1F1F1F"/>
                </a:solidFill>
                <a:latin typeface="Segoe UI"/>
              </a:rPr>
              <a:t>54 MB packages would take forever, so we fetched wheels in chunks with curl, verified SHA256, and installed locally.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PyTorch refused to load (WinError 1114): </a:t>
            </a:r>
            <a:r>
              <a:rPr sz="2100">
                <a:solidFill>
                  <a:srgbClr val="1F1F1F"/>
                </a:solidFill>
                <a:latin typeface="Segoe UI"/>
              </a:rPr>
              <a:t>a known PyTorch bug needs a newer Microsoft C++ runtime. Anaconda had old v14.29 DLLs; we backed them up and updated to v14.50 - torch worked instantly.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Lesson: </a:t>
            </a:r>
            <a:r>
              <a:rPr sz="2100">
                <a:solidFill>
                  <a:srgbClr val="1F1F1F"/>
                </a:solidFill>
                <a:latin typeface="Segoe UI"/>
              </a:rPr>
              <a:t>real projects are not just code - environment, versions, and debugging matter as much as the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Runs on CPU: </a:t>
            </a:r>
            <a:r>
              <a:rPr sz="2100">
                <a:solidFill>
                  <a:srgbClr val="1F1F1F"/>
                </a:solidFill>
                <a:latin typeface="Segoe UI"/>
              </a:rPr>
              <a:t>works fine, but a GPU would give higher FPS on big cameras.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Next - missing-PPE alerts: </a:t>
            </a:r>
            <a:r>
              <a:rPr sz="2100">
                <a:solidFill>
                  <a:srgbClr val="1F1F1F"/>
                </a:solidFill>
                <a:latin typeface="Segoe UI"/>
              </a:rPr>
              <a:t>detect a person WITHOUT helmet/vest and raise an alarm.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Next - dashboard: </a:t>
            </a:r>
            <a:r>
              <a:rPr sz="2100">
                <a:solidFill>
                  <a:srgbClr val="1F1F1F"/>
                </a:solidFill>
                <a:latin typeface="Segoe UI"/>
              </a:rPr>
              <a:t>counts, timestamps, and daily safety reports.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Next - multi-camera + edge deployment: </a:t>
            </a:r>
            <a:r>
              <a:rPr sz="2100">
                <a:solidFill>
                  <a:srgbClr val="1F1F1F"/>
                </a:solidFill>
                <a:latin typeface="Segoe UI"/>
              </a:rPr>
              <a:t>run on factory servers or smart cameras.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2E75B6"/>
                </a:solidFill>
                <a:latin typeface="Segoe UI"/>
              </a:rPr>
              <a:t>Next - better data: </a:t>
            </a:r>
            <a:r>
              <a:rPr sz="2100">
                <a:solidFill>
                  <a:srgbClr val="1F1F1F"/>
                </a:solidFill>
                <a:latin typeface="Segoe UI"/>
              </a:rPr>
              <a:t>more site photos, night and low-light images.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0175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D6E4F7"/>
                </a:solidFill>
                <a:latin typeface="Segoe UI"/>
              </a:rPr>
              <a:t>Workplace Safety Detection using YOLOv8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Segoe UI"/>
              </a:rPr>
              <a:t>Safer workplaces through automatic PPE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D6E4F7"/>
                </a:solidFill>
                <a:latin typeface="Segoe UI"/>
              </a:rPr>
              <a:t>Questions are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